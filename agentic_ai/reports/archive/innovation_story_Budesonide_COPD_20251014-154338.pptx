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Innovation Opportunity: Budesonide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Indication: COPD | Generated 20251014-154338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Unmet Medical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COPD guideline 2024: Updated recommendations on COPD management and inhaled corticosteroids.</a:t>
            </a:r>
          </a:p>
          <a:p>
            <a:r>
              <a:t>NEJM: ICS in COPD: Evidence on efficacy and risks of inhaled corticosteroids in COPD.</a:t>
            </a:r>
          </a:p>
          <a:p>
            <a:r>
              <a:t>ClinicalTrials COPD ICS: Overview of ongoing ICS-related trials in COPD.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Clinical Trials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r>
                        <a:t>NCT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NCT13864748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NCT22773505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NCT56289545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NCT18124625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NCT68673772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NCT80427868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Repurposing/Alternate Use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alternative dosage forms of Budesonide for pediatrics</a:t>
            </a:r>
          </a:p>
          <a:p>
            <a:r>
              <a:t>Explore Budesonide use in related inflammatory diseases</a:t>
            </a:r>
          </a:p>
          <a:p>
            <a:r>
              <a:t>Investigate device or delivery innovation to reduce exacerbations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Landscape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t>Patent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FTO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US9258196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US11508166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US11851083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US9684710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US10770666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US11058535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