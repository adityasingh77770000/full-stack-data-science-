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Innovation Opportunity: Atorvastatin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Indication: ASCVD | Generated 20251014-154333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Unmet Medical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COPD guideline 2024: Updated recommendations on COPD management and inhaled corticosteroids.</a:t>
            </a:r>
          </a:p>
          <a:p>
            <a:r>
              <a:t>NEJM: ICS in COPD: Evidence on efficacy and risks of inhaled corticosteroids in COPD.</a:t>
            </a:r>
          </a:p>
          <a:p>
            <a:r>
              <a:t>ClinicalTrials COPD ICS: Overview of ongoing ICS-related trials in COPD.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Ongoing Clinical Trials (sample)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87828">
                <a:tc>
                  <a:txBody>
                    <a:bodyPr/>
                    <a:lstStyle/>
                    <a:p>
                      <a:r>
                        <a:t>NCT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Sponsor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NCT83762395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J&amp;J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NCT11706177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Active, not recruiting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NCT64865605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AstraZeneca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Recruiting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NCT82792335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AstraZeneca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Active, not recruiting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NCT97789949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Novartis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t>NCT92188533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Recruiting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Repurposing/Alternate Use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Assess alternative dosage forms of Atorvastatin for pediatrics</a:t>
            </a:r>
          </a:p>
          <a:p>
            <a:r>
              <a:t>Explore Atorvastatin use in related inflammatory diseases</a:t>
            </a:r>
          </a:p>
          <a:p>
            <a:r>
              <a:t>Investigate device or delivery innovation to reduce exacerbations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Patent Landscape (sample)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87828">
                <a:tc>
                  <a:txBody>
                    <a:bodyPr/>
                    <a:lstStyle/>
                    <a:p>
                      <a:r>
                        <a:t>Patent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Assignee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Expiry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FTO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US8072069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Sandoz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US11428832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Merck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US10596750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Sandoz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US8013447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Pfizer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US8317840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t>US10701604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Sandoz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